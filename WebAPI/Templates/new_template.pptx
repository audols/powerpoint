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74" r:id="rId3"/>
    <p:sldId id="2582" r:id="rId4"/>
    <p:sldId id="2583" r:id="rId5"/>
    <p:sldId id="258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94658"/>
  </p:normalViewPr>
  <p:slideViewPr>
    <p:cSldViewPr snapToGrid="0">
      <p:cViewPr varScale="1">
        <p:scale>
          <a:sx n="100" d="100"/>
          <a:sy n="100" d="100"/>
        </p:scale>
        <p:origin x="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B662B-685B-42AC-ACB3-FEBF74BD0A22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71386-17E9-466B-890F-5075D8D8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4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CFE9-A08C-0090-3AD9-C2C13780D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7C8F5-C1F7-8DDD-0DC7-240F34AF7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62465-C525-EB3A-DC52-B43ECBC1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09576-7FE9-EB3D-CA0D-0BC72D8E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E2B37-C3E1-1A82-B23D-5B042E26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0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D473-9E7B-0A77-4275-DA640DE6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2030-42D2-4770-380A-3F005D062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F1CFE-E4FB-A45B-9F95-04A178058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391CA-A0F8-0668-F1C8-9E1DAAAE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7F4C1-78DD-5505-CBA3-B25132338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7957-CC02-0212-B631-6E9131CE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365D4-0F36-70D7-CD97-30489051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0F26B-5F71-4DF0-F601-C90536AA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12F08-4E13-AB71-D86A-5C8280D9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62A6-CC06-F1AE-3E75-5C8B7E82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4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70DC-D896-7E97-3C68-F914BE03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6A9A7-F70A-2E14-2E9E-CB0036FDA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957E0-5199-AC77-86F0-557A5EF3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859DC-EEE5-E024-6079-96ADEC26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5C291-A847-BF51-E871-982C4499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62B1B-EDE0-2DF0-6FD4-5CC124C1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5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AF03-C21E-AE11-CC73-283DE736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F8BE6-5311-48BE-0E21-880AD0086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AF603-770C-2A6A-71C0-19CF8484E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980E2-99D2-FE79-3460-784B0ED88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3AD7E-EC97-10C7-584B-7AB7C1BC5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9B3DF-3762-C9A0-16E5-62E77BC1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EE487-F731-77A5-332B-375588CA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428AA-553A-6C77-4BDE-B2391EBF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9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C9426-3BBD-AE62-9359-E06D2EA2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00F32-90DD-5896-B2BC-BAAAD97BC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5C646-1941-3AB4-4F35-AC486575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917C6-A59E-8826-D8C5-9EB91B0C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8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BFEC7-6BAF-AE2F-4F0A-2AE6B8380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E59EB-DD0D-8297-6092-05E5B013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6634A-989D-4F31-9458-37667218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3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BC69-3ADB-0A01-39DE-2B1BE32F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504F-BC6C-E164-76DA-D285FAB55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2F061-5387-2235-C5A0-80062FA75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3A809-3D9A-1076-2C87-B56113B6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AD82-E3A5-DFCB-BC69-B097DA43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6D878-3CDE-2774-3E6E-BFA76844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9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B52-1011-B111-3F8B-CCCF7ECDC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5B986-399E-34EB-C9BD-D52EAAF88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82C89-D409-2369-3C63-F746544BC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16E3-334D-19F3-A52B-C5F6F2FF2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C3B44-F20F-9981-23B8-9DCAE67F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5CC71-BEAA-85CB-8A14-071753FF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83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1EA1-BA02-1361-DA64-8B19AACC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E1557-DCF3-4813-102D-ACD91B5A5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3CDCC-A24C-3744-D86A-FC18F1DBD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A1C93-394C-0D65-9AEF-FDC02D7E0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FE2E0-6FA8-069C-DDEA-D7B72665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47261-B0EF-B3B6-67EC-4DA070A03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C4038-F884-4862-5AFC-23E2BD64A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9C24-6A6B-946D-0F19-4FDE7B13E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21F33-F82D-19CA-0AAC-CAA567A6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460AB-BEEE-DDF6-56F4-E68F0A81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2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5EC08D-759B-F795-4BD1-E8E9A8CB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A1A81-1645-72A3-EFAD-D2A1A447D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DC3E6-C0F4-F110-2545-D14C24A0D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C1CA6-69BB-47AE-ADA6-248E82496D6E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EDBA4-29F3-B56D-56F7-7BD07DD79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7322B-4BF7-61DA-A12F-61A6B22EA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339663-ADA8-45AA-8089-DABB1128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0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_IMAGE">
            <a:extLst>
              <a:ext uri="{FF2B5EF4-FFF2-40B4-BE49-F238E27FC236}">
                <a16:creationId xmlns:a16="http://schemas.microsoft.com/office/drawing/2014/main" id="{288BEB0C-F032-9524-B2F0-5317AF4F9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8743603-674A-BA31-0941-ADF891CADA7A}"/>
              </a:ext>
            </a:extLst>
          </p:cNvPr>
          <p:cNvSpPr/>
          <p:nvPr/>
        </p:nvSpPr>
        <p:spPr>
          <a:xfrm>
            <a:off x="5785945" y="-70945"/>
            <a:ext cx="6487510" cy="7055069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OPBAR">
            <a:extLst>
              <a:ext uri="{FF2B5EF4-FFF2-40B4-BE49-F238E27FC236}">
                <a16:creationId xmlns:a16="http://schemas.microsoft.com/office/drawing/2014/main" id="{2EFACF5B-7164-17A2-E33A-4679BA7EC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6632" y="508089"/>
            <a:ext cx="4498848" cy="155448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8246EF68-AA62-9841-1493-F04637395045}"/>
              </a:ext>
            </a:extLst>
          </p:cNvPr>
          <p:cNvSpPr txBox="1"/>
          <p:nvPr/>
        </p:nvSpPr>
        <p:spPr>
          <a:xfrm>
            <a:off x="7317163" y="975826"/>
            <a:ext cx="6175946" cy="817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kumimoji="0" lang="en-US" sz="5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{{TITLE}}</a:t>
            </a:r>
            <a:endParaRPr lang="en-US" dirty="0"/>
          </a:p>
        </p:txBody>
      </p:sp>
      <p:sp>
        <p:nvSpPr>
          <p:cNvPr id="13" name="BOTTOMBAR">
            <a:extLst>
              <a:ext uri="{FF2B5EF4-FFF2-40B4-BE49-F238E27FC236}">
                <a16:creationId xmlns:a16="http://schemas.microsoft.com/office/drawing/2014/main" id="{6F2061B7-3E57-A0E5-CDA6-1E23A72A4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6632" y="6214618"/>
            <a:ext cx="4498848" cy="45720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96163A7E-E085-F35D-6B2E-0E3A0DE79CF1}"/>
              </a:ext>
            </a:extLst>
          </p:cNvPr>
          <p:cNvSpPr txBox="1">
            <a:spLocks/>
          </p:cNvSpPr>
          <p:nvPr/>
        </p:nvSpPr>
        <p:spPr>
          <a:xfrm>
            <a:off x="7303288" y="4729138"/>
            <a:ext cx="4488812" cy="11504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{{SUBTITLE}}</a:t>
            </a:r>
          </a:p>
        </p:txBody>
      </p:sp>
    </p:spTree>
    <p:extLst>
      <p:ext uri="{BB962C8B-B14F-4D97-AF65-F5344CB8AC3E}">
        <p14:creationId xmlns:p14="http://schemas.microsoft.com/office/powerpoint/2010/main" val="86618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1659D-DB7E-66D6-140A-AF338249D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01E6B6E-95D8-3CD6-D196-FDC8C70E1EB8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7135368" cy="630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{{TITLE}}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j-ea"/>
              <a:cs typeface="+mj-cs"/>
            </a:endParaRPr>
          </a:p>
        </p:txBody>
      </p:sp>
      <p:pic>
        <p:nvPicPr>
          <p:cNvPr id="3" name="IMAGE1_IMAGE">
            <a:extLst>
              <a:ext uri="{FF2B5EF4-FFF2-40B4-BE49-F238E27FC236}">
                <a16:creationId xmlns:a16="http://schemas.microsoft.com/office/drawing/2014/main" id="{6CA11EAC-3491-05E1-614C-337E49E5D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6" r="16746"/>
          <a:stretch/>
        </p:blipFill>
        <p:spPr>
          <a:xfrm>
            <a:off x="517869" y="2238254"/>
            <a:ext cx="2514600" cy="2520587"/>
          </a:xfrm>
          <a:prstGeom prst="rect">
            <a:avLst/>
          </a:prstGeom>
        </p:spPr>
      </p:pic>
      <p:pic>
        <p:nvPicPr>
          <p:cNvPr id="5" name="IMAGE2_IMAGE">
            <a:extLst>
              <a:ext uri="{FF2B5EF4-FFF2-40B4-BE49-F238E27FC236}">
                <a16:creationId xmlns:a16="http://schemas.microsoft.com/office/drawing/2014/main" id="{2CD0C0E4-526F-46C6-EA10-2809E4F1B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6" r="16746"/>
          <a:stretch/>
        </p:blipFill>
        <p:spPr>
          <a:xfrm>
            <a:off x="3399412" y="2238254"/>
            <a:ext cx="2514600" cy="2520587"/>
          </a:xfrm>
          <a:prstGeom prst="rect">
            <a:avLst/>
          </a:prstGeom>
        </p:spPr>
      </p:pic>
      <p:pic>
        <p:nvPicPr>
          <p:cNvPr id="7" name="IMAGE3_IMAGE">
            <a:extLst>
              <a:ext uri="{FF2B5EF4-FFF2-40B4-BE49-F238E27FC236}">
                <a16:creationId xmlns:a16="http://schemas.microsoft.com/office/drawing/2014/main" id="{4B143472-B2D5-6FE4-EAE5-4785A1994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6" r="16746"/>
          <a:stretch/>
        </p:blipFill>
        <p:spPr>
          <a:xfrm>
            <a:off x="6280955" y="2238254"/>
            <a:ext cx="2514600" cy="2520587"/>
          </a:xfrm>
          <a:prstGeom prst="rect">
            <a:avLst/>
          </a:prstGeom>
        </p:spPr>
      </p:pic>
      <p:pic>
        <p:nvPicPr>
          <p:cNvPr id="8" name="IMAGE4_IMAGE">
            <a:extLst>
              <a:ext uri="{FF2B5EF4-FFF2-40B4-BE49-F238E27FC236}">
                <a16:creationId xmlns:a16="http://schemas.microsoft.com/office/drawing/2014/main" id="{EA9F31E0-EB09-C555-1624-25C331B50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6" r="16746"/>
          <a:stretch/>
        </p:blipFill>
        <p:spPr>
          <a:xfrm>
            <a:off x="9162497" y="2238254"/>
            <a:ext cx="2514600" cy="2520587"/>
          </a:xfrm>
          <a:prstGeom prst="rect">
            <a:avLst/>
          </a:prstGeom>
        </p:spPr>
      </p:pic>
      <p:sp>
        <p:nvSpPr>
          <p:cNvPr id="11" name="IMAGE1_TEXT">
            <a:extLst>
              <a:ext uri="{FF2B5EF4-FFF2-40B4-BE49-F238E27FC236}">
                <a16:creationId xmlns:a16="http://schemas.microsoft.com/office/drawing/2014/main" id="{E0CAB2D2-A635-39EF-40C9-74E8FA1ACCC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7869" y="4881841"/>
            <a:ext cx="2508586" cy="1026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GB" sz="1200" b="1" dirty="0">
                <a:solidFill>
                  <a:srgbClr val="000000"/>
                </a:solidFill>
                <a:latin typeface="Bierstadt"/>
              </a:rPr>
              <a:t>{{IMAGE1 TITLE}}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rgbClr val="000000"/>
                </a:solidFill>
                <a:latin typeface="Bierstadt"/>
              </a:rPr>
              <a:t>{{IMAGE1 SUBTITLE}}</a:t>
            </a:r>
            <a:endParaRPr lang="en-US" sz="1200" b="1" dirty="0">
              <a:solidFill>
                <a:srgbClr val="000000"/>
              </a:solidFill>
              <a:latin typeface="Bierstadt"/>
            </a:endParaRPr>
          </a:p>
        </p:txBody>
      </p:sp>
      <p:sp>
        <p:nvSpPr>
          <p:cNvPr id="14" name="IMAGE2_TEXT">
            <a:extLst>
              <a:ext uri="{FF2B5EF4-FFF2-40B4-BE49-F238E27FC236}">
                <a16:creationId xmlns:a16="http://schemas.microsoft.com/office/drawing/2014/main" id="{DE1DCBF3-C47E-1567-4CD8-4416B6FB4F1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395181" y="4881841"/>
            <a:ext cx="2508586" cy="1026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  <a:defRPr/>
            </a:pPr>
            <a:r>
              <a:rPr lang="en-GB" sz="1200" b="1" dirty="0">
                <a:solidFill>
                  <a:srgbClr val="000000"/>
                </a:solidFill>
                <a:latin typeface="Bierstadt"/>
              </a:rPr>
              <a:t>{{IMAGE2 TITLE}}</a:t>
            </a:r>
          </a:p>
          <a:p>
            <a:pPr marL="0" lvl="1" indent="0">
              <a:buNone/>
              <a:defRPr/>
            </a:pPr>
            <a:r>
              <a:rPr lang="en-US" sz="1200" dirty="0">
                <a:solidFill>
                  <a:srgbClr val="000000"/>
                </a:solidFill>
                <a:latin typeface="Bierstadt"/>
              </a:rPr>
              <a:t>{{IMAGE2 SUBTITLE}}</a:t>
            </a:r>
            <a:endParaRPr lang="en-US" sz="1200" b="1" dirty="0">
              <a:solidFill>
                <a:srgbClr val="000000"/>
              </a:solidFill>
              <a:latin typeface="Bierstadt"/>
            </a:endParaRPr>
          </a:p>
        </p:txBody>
      </p:sp>
      <p:sp>
        <p:nvSpPr>
          <p:cNvPr id="16" name="IMAGE3_TEXT">
            <a:extLst>
              <a:ext uri="{FF2B5EF4-FFF2-40B4-BE49-F238E27FC236}">
                <a16:creationId xmlns:a16="http://schemas.microsoft.com/office/drawing/2014/main" id="{5A740636-D9CE-4F41-0D8C-D4FC40A4D80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84685" y="4881841"/>
            <a:ext cx="2508586" cy="1026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  <a:defRPr/>
            </a:pPr>
            <a:r>
              <a:rPr lang="en-GB" sz="1200" b="1" dirty="0">
                <a:solidFill>
                  <a:srgbClr val="000000"/>
                </a:solidFill>
                <a:latin typeface="Bierstadt"/>
              </a:rPr>
              <a:t>{{IMAGE3 TITLE}}</a:t>
            </a:r>
          </a:p>
          <a:p>
            <a:pPr marL="0" lvl="1" indent="0">
              <a:buNone/>
              <a:defRPr/>
            </a:pPr>
            <a:r>
              <a:rPr lang="en-US" sz="1200" dirty="0">
                <a:solidFill>
                  <a:srgbClr val="000000"/>
                </a:solidFill>
                <a:latin typeface="Bierstadt"/>
              </a:rPr>
              <a:t>{{IMAGE3 SUBTITLE}}</a:t>
            </a:r>
            <a:endParaRPr lang="en-US" sz="1200" b="1" dirty="0">
              <a:solidFill>
                <a:srgbClr val="000000"/>
              </a:solidFill>
              <a:latin typeface="Bierstadt"/>
            </a:endParaRPr>
          </a:p>
        </p:txBody>
      </p:sp>
      <p:sp>
        <p:nvSpPr>
          <p:cNvPr id="17" name="IMAGE4_TEXT">
            <a:extLst>
              <a:ext uri="{FF2B5EF4-FFF2-40B4-BE49-F238E27FC236}">
                <a16:creationId xmlns:a16="http://schemas.microsoft.com/office/drawing/2014/main" id="{BCD0F4E6-1027-20DB-327A-C8E32F16014F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74189" y="4881841"/>
            <a:ext cx="2508586" cy="10262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  <a:defRPr/>
            </a:pPr>
            <a:r>
              <a:rPr lang="en-GB" sz="1200" b="1" dirty="0">
                <a:solidFill>
                  <a:srgbClr val="000000"/>
                </a:solidFill>
                <a:latin typeface="Bierstadt"/>
              </a:rPr>
              <a:t>{{IMAGE4 TITLE}}</a:t>
            </a:r>
          </a:p>
          <a:p>
            <a:pPr marL="0" lvl="1" indent="0">
              <a:buNone/>
              <a:defRPr/>
            </a:pPr>
            <a:r>
              <a:rPr lang="en-US" sz="1200" dirty="0">
                <a:solidFill>
                  <a:srgbClr val="000000"/>
                </a:solidFill>
                <a:latin typeface="Bierstadt"/>
              </a:rPr>
              <a:t>{{IMAGE4 SUBTITLE}}</a:t>
            </a:r>
            <a:endParaRPr lang="en-US" sz="1200" b="1" dirty="0">
              <a:solidFill>
                <a:srgbClr val="000000"/>
              </a:solidFill>
              <a:latin typeface="Bierstadt"/>
            </a:endParaRP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C617949-B14A-31B7-637B-BF1AEA2CED4D}"/>
              </a:ext>
            </a:extLst>
          </p:cNvPr>
          <p:cNvSpPr txBox="1">
            <a:spLocks/>
          </p:cNvSpPr>
          <p:nvPr/>
        </p:nvSpPr>
        <p:spPr>
          <a:xfrm>
            <a:off x="517869" y="1613136"/>
            <a:ext cx="4684326" cy="3172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rgbClr val="000000"/>
                </a:solidFill>
                <a:latin typeface="Bierstadt"/>
              </a:rPr>
              <a:t>{{SUBTITLE}}</a:t>
            </a:r>
          </a:p>
        </p:txBody>
      </p:sp>
      <p:sp>
        <p:nvSpPr>
          <p:cNvPr id="19" name="TOPBAR">
            <a:extLst>
              <a:ext uri="{FF2B5EF4-FFF2-40B4-BE49-F238E27FC236}">
                <a16:creationId xmlns:a16="http://schemas.microsoft.com/office/drawing/2014/main" id="{B5E6B94C-5D09-67FF-053F-09040BFCF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166" y="508089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755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6" grpId="0"/>
      <p:bldP spid="17" grpId="0"/>
      <p:bldP spid="18" grpId="0" build="p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0F65-49DD-8713-4EB8-9DF49CB0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531BF7A-4679-CC2B-E94B-C34015605998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7135368" cy="630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{{TITLE}}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erstadt"/>
              <a:ea typeface="+mj-ea"/>
              <a:cs typeface="+mj-cs"/>
            </a:endParaRP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5AEED4E6-2B30-B2DD-1384-6621E888D278}"/>
              </a:ext>
            </a:extLst>
          </p:cNvPr>
          <p:cNvSpPr txBox="1">
            <a:spLocks/>
          </p:cNvSpPr>
          <p:nvPr/>
        </p:nvSpPr>
        <p:spPr>
          <a:xfrm>
            <a:off x="517869" y="1613136"/>
            <a:ext cx="4684326" cy="3172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rgbClr val="000000"/>
                </a:solidFill>
                <a:latin typeface="Bierstadt"/>
              </a:rPr>
              <a:t>{{SUBTITLE}}</a:t>
            </a:r>
          </a:p>
        </p:txBody>
      </p:sp>
      <p:sp>
        <p:nvSpPr>
          <p:cNvPr id="19" name="TOPBAR">
            <a:extLst>
              <a:ext uri="{FF2B5EF4-FFF2-40B4-BE49-F238E27FC236}">
                <a16:creationId xmlns:a16="http://schemas.microsoft.com/office/drawing/2014/main" id="{8E7996A0-B471-EB3B-5103-AF89C4C9E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166" y="508089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IMAGE1_IMAGE">
            <a:extLst>
              <a:ext uri="{FF2B5EF4-FFF2-40B4-BE49-F238E27FC236}">
                <a16:creationId xmlns:a16="http://schemas.microsoft.com/office/drawing/2014/main" id="{0733C44A-9CF9-ADAA-F2C6-A0E7B7DBC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9" b="4309"/>
          <a:stretch/>
        </p:blipFill>
        <p:spPr>
          <a:xfrm>
            <a:off x="517866" y="3730899"/>
            <a:ext cx="3709747" cy="2260041"/>
          </a:xfrm>
          <a:prstGeom prst="rect">
            <a:avLst/>
          </a:prstGeom>
        </p:spPr>
      </p:pic>
      <p:pic>
        <p:nvPicPr>
          <p:cNvPr id="6" name="IMAGE2_IMAGE">
            <a:extLst>
              <a:ext uri="{FF2B5EF4-FFF2-40B4-BE49-F238E27FC236}">
                <a16:creationId xmlns:a16="http://schemas.microsoft.com/office/drawing/2014/main" id="{F23FC225-7922-BE4A-686E-78802F13A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9" b="4309"/>
          <a:stretch/>
        </p:blipFill>
        <p:spPr>
          <a:xfrm>
            <a:off x="4227613" y="3730900"/>
            <a:ext cx="3709747" cy="2260041"/>
          </a:xfrm>
          <a:prstGeom prst="rect">
            <a:avLst/>
          </a:prstGeom>
        </p:spPr>
      </p:pic>
      <p:pic>
        <p:nvPicPr>
          <p:cNvPr id="9" name="IMAGE3_IMAGE">
            <a:extLst>
              <a:ext uri="{FF2B5EF4-FFF2-40B4-BE49-F238E27FC236}">
                <a16:creationId xmlns:a16="http://schemas.microsoft.com/office/drawing/2014/main" id="{2EE95B63-E39D-0930-9941-3F9A8B768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9" b="4309"/>
          <a:stretch/>
        </p:blipFill>
        <p:spPr>
          <a:xfrm>
            <a:off x="7937360" y="3730899"/>
            <a:ext cx="3709747" cy="2260041"/>
          </a:xfrm>
          <a:prstGeom prst="rect">
            <a:avLst/>
          </a:prstGeom>
        </p:spPr>
      </p:pic>
      <p:sp>
        <p:nvSpPr>
          <p:cNvPr id="3" name="DESCRIPTION">
            <a:extLst>
              <a:ext uri="{FF2B5EF4-FFF2-40B4-BE49-F238E27FC236}">
                <a16:creationId xmlns:a16="http://schemas.microsoft.com/office/drawing/2014/main" id="{291637DC-8C7D-E6BF-D3B4-C0D08B175A7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7869" y="2067390"/>
            <a:ext cx="11129238" cy="1361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{{DESCRIPTION}}</a:t>
            </a:r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92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8" grpId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D7DE-FF9D-7628-A342-660C6A83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BAR">
            <a:extLst>
              <a:ext uri="{FF2B5EF4-FFF2-40B4-BE49-F238E27FC236}">
                <a16:creationId xmlns:a16="http://schemas.microsoft.com/office/drawing/2014/main" id="{2EADBE86-FB8F-2349-2E36-F5FD4CF3C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166" y="508089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" name="IMAGE1_IMAGE">
            <a:extLst>
              <a:ext uri="{FF2B5EF4-FFF2-40B4-BE49-F238E27FC236}">
                <a16:creationId xmlns:a16="http://schemas.microsoft.com/office/drawing/2014/main" id="{F7141508-A36C-E5C7-8A3F-676BD460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" r="3277"/>
          <a:stretch/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4C9292D7-A2E2-7F0C-9128-22ECEB6B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1954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{{TITLE}}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DESCRIPTION">
            <a:extLst>
              <a:ext uri="{FF2B5EF4-FFF2-40B4-BE49-F238E27FC236}">
                <a16:creationId xmlns:a16="http://schemas.microsoft.com/office/drawing/2014/main" id="{A605E2FE-2545-3552-F52A-D3EB072145B6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17869" y="3935313"/>
            <a:ext cx="3200400" cy="2410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{{DESCRIPTION}}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0A55914F-7C12-C247-7B62-47F93F2027D8}"/>
              </a:ext>
            </a:extLst>
          </p:cNvPr>
          <p:cNvSpPr txBox="1">
            <a:spLocks/>
          </p:cNvSpPr>
          <p:nvPr/>
        </p:nvSpPr>
        <p:spPr>
          <a:xfrm>
            <a:off x="517869" y="2933205"/>
            <a:ext cx="3472240" cy="3172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{{SUBTITLE}}</a:t>
            </a:r>
          </a:p>
        </p:txBody>
      </p:sp>
    </p:spTree>
    <p:extLst>
      <p:ext uri="{BB962C8B-B14F-4D97-AF65-F5344CB8AC3E}">
        <p14:creationId xmlns:p14="http://schemas.microsoft.com/office/powerpoint/2010/main" val="238829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6A15-07BF-C30E-F560-1AF9C5BB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BAR">
            <a:extLst>
              <a:ext uri="{FF2B5EF4-FFF2-40B4-BE49-F238E27FC236}">
                <a16:creationId xmlns:a16="http://schemas.microsoft.com/office/drawing/2014/main" id="{58CFF00C-484C-9B91-B509-CF21C68D5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4194" y="508089"/>
            <a:ext cx="4288536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A63CE070-3E6B-6440-968E-2EFC02A9DB5A}"/>
              </a:ext>
            </a:extLst>
          </p:cNvPr>
          <p:cNvSpPr txBox="1">
            <a:spLocks/>
          </p:cNvSpPr>
          <p:nvPr/>
        </p:nvSpPr>
        <p:spPr>
          <a:xfrm>
            <a:off x="7324344" y="4469641"/>
            <a:ext cx="4358503" cy="13769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{{SUBTITLE}}</a:t>
            </a:r>
          </a:p>
        </p:txBody>
      </p:sp>
      <p:pic>
        <p:nvPicPr>
          <p:cNvPr id="10" name="IMAGE1_IMAGE">
            <a:extLst>
              <a:ext uri="{FF2B5EF4-FFF2-40B4-BE49-F238E27FC236}">
                <a16:creationId xmlns:a16="http://schemas.microsoft.com/office/drawing/2014/main" id="{667B8682-D078-E44B-E612-658C4729F1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1" r="13311"/>
          <a:stretch/>
        </p:blipFill>
        <p:spPr>
          <a:xfrm>
            <a:off x="535521" y="508090"/>
            <a:ext cx="6323740" cy="5745379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674A3A85-8AAF-4C42-9463-D2E5D9997EA8}"/>
              </a:ext>
            </a:extLst>
          </p:cNvPr>
          <p:cNvSpPr txBox="1">
            <a:spLocks/>
          </p:cNvSpPr>
          <p:nvPr/>
        </p:nvSpPr>
        <p:spPr>
          <a:xfrm>
            <a:off x="7324846" y="978407"/>
            <a:ext cx="4358503" cy="31379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erstad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BOTTOMBAR">
            <a:extLst>
              <a:ext uri="{FF2B5EF4-FFF2-40B4-BE49-F238E27FC236}">
                <a16:creationId xmlns:a16="http://schemas.microsoft.com/office/drawing/2014/main" id="{20442AF2-1C2E-CCAD-1043-2B152A594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3207" y="6214618"/>
            <a:ext cx="4297680" cy="45720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9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9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69</Words>
  <Application>Microsoft Macintosh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Bierstadt</vt:lpstr>
      <vt:lpstr>Office Theme</vt:lpstr>
      <vt:lpstr>PowerPoint Presentation</vt:lpstr>
      <vt:lpstr>PowerPoint Presentation</vt:lpstr>
      <vt:lpstr>PowerPoint Presentation</vt:lpstr>
      <vt:lpstr>{{TITLE}}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Ostrow</dc:creator>
  <cp:lastModifiedBy>Audrey Olson</cp:lastModifiedBy>
  <cp:revision>19</cp:revision>
  <dcterms:created xsi:type="dcterms:W3CDTF">2025-08-07T01:19:57Z</dcterms:created>
  <dcterms:modified xsi:type="dcterms:W3CDTF">2025-08-16T00:27:10Z</dcterms:modified>
</cp:coreProperties>
</file>